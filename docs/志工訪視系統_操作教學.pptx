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59E0B"/>
                </a:solidFill>
                <a:latin typeface="Microsoft JhengHei"/>
                <a:ea typeface="Microsoft JhengHei"/>
                <a:cs typeface="Microsoft JhengHei"/>
              </a:rPr>
              <a:t>臺東縣消防局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1460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志工居家訪視電子化系統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7033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BFD2FF"/>
                </a:solidFill>
                <a:latin typeface="Microsoft JhengHei"/>
                <a:ea typeface="Microsoft JhengHei"/>
                <a:cs typeface="Microsoft JhengHei"/>
              </a:rPr>
              <a:t>操作教學　—　依角色分篇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526280"/>
            <a:ext cx="3840480" cy="30000"/>
          </a:xfrm>
          <a:prstGeom prst="rect">
            <a:avLst/>
          </a:prstGeom>
          <a:solidFill>
            <a:srgbClr val="33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7548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FB3E0"/>
                </a:solidFill>
                <a:latin typeface="Microsoft JhengHei"/>
                <a:ea typeface="Microsoft JhengHei"/>
                <a:cs typeface="Microsoft JhengHei"/>
              </a:rPr>
              <a:t>志工　│　分隊承辦人　│　大隊承辦人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這套系統在做什麼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FD2FF"/>
                </a:solidFill>
                <a:latin typeface="Microsoft JhengHei"/>
                <a:ea typeface="Microsoft JhengHei"/>
                <a:cs typeface="Microsoft JhengHei"/>
              </a:rPr>
              <a:t>把紙本訪視表搬到手機上，並讓資料自動變成可用的統計與名單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32004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3200400" cy="5669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8366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① 志工用手機填報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514600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到案家訪視時，用手機一題一題點選
系統會自動隱藏不需要問的題目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14800" y="2697480"/>
            <a:ext cx="329184" cy="36576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26280" y="1737360"/>
            <a:ext cx="32004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737360"/>
            <a:ext cx="3200400" cy="5669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88366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② 自動存入試算表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514600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送出後立刻寫進 Google 試算表
並同步到各分隊專屬試算表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18120" y="2697480"/>
            <a:ext cx="329184" cy="36576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0" y="1737360"/>
            <a:ext cx="32004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737360"/>
            <a:ext cx="3200400" cy="56692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188366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③ 承辦人看統計與名單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514600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儀表板即時彙整，可篩選、可匯出
直接產生要回訪的家戶清單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343400"/>
            <a:ext cx="10561320" cy="13716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4343400"/>
            <a:ext cx="60000" cy="13716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0704" y="4489704"/>
            <a:ext cx="10104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</a:rPr>
              <a:t>為什麼要換成電子化？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• 不用再回辦公室key資料，訪視當下送出就完成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• 改善建議會依填答自動勾選，減少漏勾與不一致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• 哪些家戶要回訪、轄區最缺什麼，系統直接算出來，不必再人工翻紙本統計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志工訪視電子化系統　操作教學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三種角色，各做什麼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FD2FF"/>
                </a:solidFill>
                <a:latin typeface="Microsoft JhengHei"/>
                <a:ea typeface="Microsoft JhengHei"/>
                <a:cs typeface="Microsoft JhengHei"/>
              </a:rPr>
              <a:t>系統會依你的「權限角色」自動決定看得到什麼、能做什麼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10561320" cy="56692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1709928"/>
            <a:ext cx="1737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角色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9504" y="1709928"/>
            <a:ext cx="2103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填寫訪視表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75504" y="1709928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看得到的資料範圍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5904" y="1709928"/>
            <a:ext cx="2971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主要任務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167128"/>
            <a:ext cx="10561320" cy="5669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2286000"/>
            <a:ext cx="1737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志工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9504" y="2286000"/>
            <a:ext cx="2103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要（主要工作）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5504" y="2286000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看不到統計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2286000"/>
            <a:ext cx="2971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到案家訪視、當場填報送出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734056"/>
            <a:ext cx="105613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2852928"/>
            <a:ext cx="1737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分隊承辦人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9504" y="2852928"/>
            <a:ext cx="2103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5504" y="2852928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只有自己所屬單位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852928"/>
            <a:ext cx="2971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督促分隊填報、追蹤待處理家戶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300984"/>
            <a:ext cx="10561320" cy="5669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3419856"/>
            <a:ext cx="1737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大隊承辦人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9504" y="3419856"/>
            <a:ext cx="2103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不用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5504" y="3419856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所屬大隊底下所有單位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5904" y="3419856"/>
            <a:ext cx="2971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督導所轄各分隊的執行成效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3867912"/>
            <a:ext cx="105613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3986784"/>
            <a:ext cx="1737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管理員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9504" y="3986784"/>
            <a:ext cx="2103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75504" y="3986784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全部單位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3986784"/>
            <a:ext cx="2971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維護題庫、人員與系統設定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1600200"/>
            <a:ext cx="10561320" cy="2834640"/>
          </a:xfrm>
          <a:prstGeom prst="rect">
            <a:avLst/>
          </a:prstGeom>
          <a:noFill/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4709160"/>
            <a:ext cx="10561320" cy="123444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" y="4709160"/>
            <a:ext cx="60000" cy="12344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0704" y="4855464"/>
            <a:ext cx="10104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角色是誰設定的？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由管理員在 Google 試算表的「人員帳號管理」工作表設定「權限角色」欄。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改完之後，該人員下次登入就會套用新的角色，不需要重新安裝或設定任何東西。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志工訪視電子化系統　操作教學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第一步：登入（三種角色共通）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FD2FF"/>
                </a:solidFill>
                <a:latin typeface="Microsoft JhengHei"/>
                <a:ea typeface="Microsoft JhengHei"/>
                <a:cs typeface="Microsoft JhengHei"/>
              </a:rPr>
              <a:t>不需要帳號密碼，用身分證與手機末三碼即可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464" y="1443040"/>
            <a:ext cx="2998592" cy="4794880"/>
          </a:xfrm>
          <a:prstGeom prst="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" name="Picture 6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464" y="1463040"/>
            <a:ext cx="2958592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120640" y="17373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87568" y="1757360"/>
            <a:ext cx="58338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輸入身分證字號末 3 碼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例：身分證為 V220031182，就輸入 182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25420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87568" y="2562032"/>
            <a:ext cx="58338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輸入手機號碼末 3 碼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例：手機為 0987-838406，就輸入 406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33467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87568" y="3366704"/>
            <a:ext cx="58338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按「進入填寫系統」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若有同名同碼的人員，會跳出選單請你確認姓名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415137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4171376"/>
            <a:ext cx="58338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系統依角色帶你到對應畫面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志工與分隊承辦人 → 填報頁；大隊承辦人 → 儀表板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4709160"/>
            <a:ext cx="6400800" cy="123444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0" y="4709160"/>
            <a:ext cx="60000" cy="123444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8384" y="4855464"/>
            <a:ext cx="59436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91C1C"/>
                </a:solidFill>
                <a:latin typeface="Microsoft JhengHei"/>
                <a:ea typeface="Microsoft JhengHei"/>
                <a:cs typeface="Microsoft JhengHei"/>
              </a:rPr>
              <a:t>登入不了怎麼辦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• 先確認末三碼有沒有輸錯（身分證是「字號」的末三碼，不是出生年）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• 仍失敗代表你的資料還沒建到系統裡，請聯絡分隊承辦人協助新增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志工訪視電子化系統　操作教學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331720"/>
            <a:ext cx="10058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7D2FE"/>
                </a:solidFill>
                <a:latin typeface="Microsoft JhengHei"/>
                <a:ea typeface="Microsoft JhengHei"/>
                <a:cs typeface="Microsoft JhengHe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志工篇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749039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DBE4FF"/>
                </a:solidFill>
                <a:latin typeface="Microsoft JhengHei"/>
                <a:ea typeface="Microsoft JhengHei"/>
                <a:cs typeface="Microsoft JhengHei"/>
              </a:rPr>
              <a:t>你的工作：到案家訪視，用手機把訪視表填完並送出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志工：一次訪視的完整流程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FD2FF"/>
                </a:solidFill>
                <a:latin typeface="Microsoft JhengHei"/>
                <a:ea typeface="Microsoft JhengHei"/>
                <a:cs typeface="Microsoft JhengHei"/>
              </a:rPr>
              <a:t>整個流程在手機上完成，離開案家前就能送出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1665920"/>
            <a:ext cx="4553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登入系統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身分證＋手機末三碼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505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2470592"/>
            <a:ext cx="4553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選擇宣導類型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防火宣導 或 防災宣導，題目會自動切換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5526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3275264"/>
            <a:ext cx="4553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填寫案家基本資料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姓名、地址、屋齡、家庭成員等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05993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4079936"/>
            <a:ext cx="4553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逐題作答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點選即可，不需打字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459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665920"/>
            <a:ext cx="4553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確認改善建議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系統已自動勾選，可再手動增減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4505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2470592"/>
            <a:ext cx="4553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預覽檢查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確認有沒有漏答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25526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3275264"/>
            <a:ext cx="4553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請受訪者簽名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手指在螢幕上簽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05993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6288" y="4079936"/>
            <a:ext cx="4553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送出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資料立即進入系統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029200"/>
            <a:ext cx="10561320" cy="109728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5029200"/>
            <a:ext cx="60000" cy="10972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5175504"/>
            <a:ext cx="10104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整份表大約多久？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熟悉後一戶約 5～8 分鐘。不需要的題目系統會自動隱藏，實際要點的比紙本少。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志工篇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志工：填寫案家基本資料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FD2FF"/>
                </a:solidFill>
                <a:latin typeface="Microsoft JhengHei"/>
                <a:ea typeface="Microsoft JhengHei"/>
                <a:cs typeface="Microsoft JhengHei"/>
              </a:rPr>
              <a:t>帶 ＊ 的欄位一定要填，其餘可略過</a:t>
            </a:r>
          </a:p>
        </p:txBody>
      </p:sp>
      <p:sp>
        <p:nvSpPr>
          <p:cNvPr id="6" name="Rectangle 5"/>
          <p:cNvSpPr/>
          <p:nvPr/>
        </p:nvSpPr>
        <p:spPr>
          <a:xfrm>
            <a:off x="1169736" y="1397320"/>
            <a:ext cx="3055488" cy="4886320"/>
          </a:xfrm>
          <a:prstGeom prst="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" name="Picture 6" descr="02_form_bas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736" y="1417320"/>
            <a:ext cx="3015488" cy="4846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212080" y="1785360"/>
            <a:ext cx="95000" cy="95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04688" y="1737360"/>
            <a:ext cx="61081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訪視日期預設今天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如果是補登前幾天的訪視，記得改成實際訪視日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2480304"/>
            <a:ext cx="95000" cy="95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04688" y="2432304"/>
            <a:ext cx="61081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訪視宣導類型決定題目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選錯的話下面題目會整組換掉，請先確認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3175248"/>
            <a:ext cx="95000" cy="95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4688" y="3127248"/>
            <a:ext cx="61081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GPS 定位按一下就好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用來在地圖上標出訪視位置，定位失敗可略過不影響送出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3870192"/>
            <a:ext cx="95000" cy="95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04688" y="3822192"/>
            <a:ext cx="61081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家庭成員人數很重要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長者、行動不便、幼童的人數會用來判斷高風險家戶，請務必詢問填寫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志工篇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志工：逐題作答與自動隱藏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FD2FF"/>
                </a:solidFill>
                <a:latin typeface="Microsoft JhengHei"/>
                <a:ea typeface="Microsoft JhengHei"/>
                <a:cs typeface="Microsoft JhengHei"/>
              </a:rPr>
              <a:t>答「未使用」「否」時，不需要問的細項會自動收起來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9608" y="1397320"/>
            <a:ext cx="3195743" cy="4886320"/>
          </a:xfrm>
          <a:prstGeom prst="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" name="Picture 6" descr="03_form_q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608" y="1417320"/>
            <a:ext cx="3155743" cy="4846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212080" y="1785360"/>
            <a:ext cx="95000" cy="95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04688" y="1737360"/>
            <a:ext cx="61081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直接點選項即可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不用打字。點過的題目卡片會變成綠色邊框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2480304"/>
            <a:ext cx="95000" cy="95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04688" y="2432304"/>
            <a:ext cx="61081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相依題目自動出現或隱藏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例：第 1 題答「未使用」桶裝瓦斯，後面瓦斯桶相關題目就不會出現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3175248"/>
            <a:ext cx="95000" cy="95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4688" y="3127248"/>
            <a:ext cx="61081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日期題會跳出日曆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例：瓦斯桶下次檢驗日期，直接選日期不用手打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3870192"/>
            <a:ext cx="95000" cy="95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04688" y="3822192"/>
            <a:ext cx="61081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上方進度條顯示完成度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送出前若還有必填未答，系統會提醒你哪幾題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志工篇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志工：改善建議會自動勾選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FD2FF"/>
                </a:solidFill>
                <a:latin typeface="Microsoft JhengHei"/>
                <a:ea typeface="Microsoft JhengHei"/>
                <a:cs typeface="Microsoft JhengHei"/>
              </a:rPr>
              <a:t>這是最省時間的功能，但仍要看過一遍</a:t>
            </a:r>
          </a:p>
        </p:txBody>
      </p:sp>
      <p:sp>
        <p:nvSpPr>
          <p:cNvPr id="6" name="Rectangle 5"/>
          <p:cNvSpPr/>
          <p:nvPr/>
        </p:nvSpPr>
        <p:spPr>
          <a:xfrm>
            <a:off x="738952" y="1397320"/>
            <a:ext cx="3917056" cy="4886320"/>
          </a:xfrm>
          <a:prstGeom prst="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" name="Picture 6" descr="04_form_s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417320"/>
            <a:ext cx="3877056" cy="4846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212080" y="1739640"/>
            <a:ext cx="95000" cy="95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04688" y="1691640"/>
            <a:ext cx="61081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答「否」就自動勾對應建議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例：瓦斯桶檢驗逾期 → 自動勾「更換合格瓦斯鋼瓶」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2434584"/>
            <a:ext cx="95000" cy="95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04688" y="2386584"/>
            <a:ext cx="61081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改回「是」會自動取消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不必回頭手動清掉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3129528"/>
            <a:ext cx="95000" cy="95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4688" y="3081528"/>
            <a:ext cx="61081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你仍可自己加勾或取消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你手動勾的項目系統不會擅自拿掉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4343400"/>
            <a:ext cx="6309360" cy="155448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12080" y="4343400"/>
            <a:ext cx="60000" cy="1554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9824" y="4489704"/>
            <a:ext cx="5852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防災宣導的了解程度（D17）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前面 16 題答「否」的數量會自動換算成「了解／尚可／不了解」，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不需要自己判斷，也不必手動選。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志工篇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志工：預覽、簽名、送出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FD2FF"/>
                </a:solidFill>
                <a:latin typeface="Microsoft JhengHei"/>
                <a:ea typeface="Microsoft JhengHei"/>
                <a:cs typeface="Microsoft JhengHei"/>
              </a:rPr>
              <a:t>送出前最後確認的三個動作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1757360"/>
            <a:ext cx="46451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按「下一步：預覽確認」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系統會先檢查必填題是否都答了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420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2562032"/>
            <a:ext cx="46451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逐項核對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紅字「未作答」代表該題沒填，可按「返回修改」補上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467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3366704"/>
            <a:ext cx="46451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請受訪者簽名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簽名會全螢幕顯示，手機可橫放讓長輩好簽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5137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4171376"/>
            <a:ext cx="46451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按「確認送出」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看到成功訊息才算完成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737360"/>
            <a:ext cx="5029200" cy="18288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737360"/>
            <a:ext cx="60000" cy="1828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47104" y="1883664"/>
            <a:ext cx="45720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返回修改不會弄丟資料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按「返回修改」回到填報頁時，先前填的內容與勾選都會完整保留，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改完再按一次「下一步」即可。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749039"/>
            <a:ext cx="5029200" cy="214884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749039"/>
            <a:ext cx="60000" cy="214884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3895343"/>
            <a:ext cx="4572000" cy="1874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91C1C"/>
                </a:solidFill>
                <a:latin typeface="Microsoft JhengHei"/>
                <a:ea typeface="Microsoft JhengHei"/>
                <a:cs typeface="Microsoft JhengHei"/>
              </a:rPr>
              <a:t>送出後才算完成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填到一半離開或關掉瀏覽器，資料不會自動送出。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務必在案家現場完成送出，並看到「訪視紀錄已成功儲存」的訊息。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志工篇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志工：常見狀況怎麼處理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10561320" cy="62179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664208"/>
            <a:ext cx="31089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狀況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1104" y="1664208"/>
            <a:ext cx="70866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怎麼做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176272"/>
            <a:ext cx="10561320" cy="6217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295144"/>
            <a:ext cx="31089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GPS 定位失敗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61104" y="2295144"/>
            <a:ext cx="70866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可以略過，不影響送出。iPhone 請用 Safari 或 Chrome 並允許定位權限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798064"/>
            <a:ext cx="1056132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2916936"/>
            <a:ext cx="31089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現場沒有網路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1104" y="2916936"/>
            <a:ext cx="70866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先把表填完，移動到有訊號的地方再按送出；不要關掉瀏覽器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419856"/>
            <a:ext cx="10561320" cy="6217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538728"/>
            <a:ext cx="31089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選錯宣導類型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61104" y="3538728"/>
            <a:ext cx="70866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在基本資料區改回正確類型，題目會整組換掉，已答的該類型答案保留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041648"/>
            <a:ext cx="1056132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4160520"/>
            <a:ext cx="31089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受訪者不願簽名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1104" y="4160520"/>
            <a:ext cx="70866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簽名欄可留空仍能送出，但請在備註或口頭向承辦人說明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663440"/>
            <a:ext cx="10561320" cy="6217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" y="4782312"/>
            <a:ext cx="31089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填錯已送出的資料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61104" y="4782312"/>
            <a:ext cx="70866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無法自行修改，請聯絡分隊承辦人到試算表更正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1554480"/>
            <a:ext cx="10561320" cy="3730752"/>
          </a:xfrm>
          <a:prstGeom prst="rect">
            <a:avLst/>
          </a:prstGeom>
          <a:noFill/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志工篇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331720"/>
            <a:ext cx="10058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7D2FE"/>
                </a:solidFill>
                <a:latin typeface="Microsoft JhengHei"/>
                <a:ea typeface="Microsoft JhengHei"/>
                <a:cs typeface="Microsoft JhengHe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分隊承辦人篇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749039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DBE4FF"/>
                </a:solidFill>
                <a:latin typeface="Microsoft JhengHei"/>
                <a:ea typeface="Microsoft JhengHei"/>
                <a:cs typeface="Microsoft JhengHei"/>
              </a:rPr>
              <a:t>你除了要訪視，還要掌握本分隊的進度與待處理家戶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分隊承辦人：你比志工多了什麼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FD2FF"/>
                </a:solidFill>
                <a:latin typeface="Microsoft JhengHei"/>
                <a:ea typeface="Microsoft JhengHei"/>
                <a:cs typeface="Microsoft JhengHei"/>
              </a:rPr>
              <a:t>多一個「統計」入口，看得到自己分隊的所有資料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5360"/>
            <a:ext cx="95000" cy="950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737360"/>
            <a:ext cx="102229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填報頁右上角多一顆「統計」按鈕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志工看不到這顆按鈕；點它就進入數據分析儀表板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80304"/>
            <a:ext cx="95000" cy="950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432304"/>
            <a:ext cx="102229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可看到本分隊全部訪視紀錄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包含案家姓名、地址、電話——這是個資，請勿外流或截圖轉傳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75248"/>
            <a:ext cx="95000" cy="950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127248"/>
            <a:ext cx="102229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分隊篩選被鎖定為自己的單位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看不到其他分隊的資料，這是系統從後端就限制好的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870192"/>
            <a:ext cx="95000" cy="950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822192"/>
            <a:ext cx="102229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可以匯出名單交給隊員執行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把待追蹤、無住警器等家戶匯出成 Excel 可開的檔案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46320"/>
            <a:ext cx="10561320" cy="118872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846320"/>
            <a:ext cx="60000" cy="11887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4992624"/>
            <a:ext cx="10104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91C1C"/>
                </a:solidFill>
                <a:latin typeface="Microsoft JhengHei"/>
                <a:ea typeface="Microsoft JhengHei"/>
                <a:cs typeface="Microsoft JhengHei"/>
              </a:rPr>
              <a:t>個資責任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名單含案家姓名、住址與電話。請只在公務用途使用，不要以通訊軟體轉傳截圖，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列印的紙本用畢請依規定銷毀。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分隊承辦人篇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分隊承辦人：儀表板總覽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FD2FF"/>
                </a:solidFill>
                <a:latin typeface="Microsoft JhengHei"/>
                <a:ea typeface="Microsoft JhengHei"/>
                <a:cs typeface="Microsoft JhengHei"/>
              </a:rPr>
              <a:t>上方可先用篩選列限定期間與宣導類型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2386148" y="1351600"/>
            <a:ext cx="7389224" cy="4977760"/>
          </a:xfrm>
          <a:prstGeom prst="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" name="Picture 6" descr="05_dash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148" y="1371600"/>
            <a:ext cx="7349224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分隊承辦人篇　—　畫面為示範資料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分隊承辦人：四張待處理卡片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FD2FF"/>
                </a:solidFill>
                <a:latin typeface="Microsoft JhengHei"/>
                <a:ea typeface="Microsoft JhengHei"/>
                <a:cs typeface="Microsoft JhengHei"/>
              </a:rPr>
              <a:t>點任一張卡片，下方就會展開該群家戶的名單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2110" y="1305880"/>
            <a:ext cx="7137300" cy="2646040"/>
          </a:xfrm>
          <a:prstGeom prst="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" name="Picture 6" descr="06_dash_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110" y="1325880"/>
            <a:ext cx="7097300" cy="26060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4160520"/>
            <a:ext cx="10561319" cy="53035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4270248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卡片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6704" y="4270248"/>
            <a:ext cx="800099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代表什麼、該怎麼用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690872"/>
            <a:ext cx="10561319" cy="53035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4809744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待追蹤訪視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6704" y="4809744"/>
            <a:ext cx="800099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訪視時志工勾選「需要追蹤訪視」的家戶 → 排入下次訪視行程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221224"/>
            <a:ext cx="10561319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5340096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無住宅警報器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6704" y="5340096"/>
            <a:ext cx="800099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沒裝住警器的家戶 → 住警器發送或補助的優先對象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751576"/>
            <a:ext cx="10561319" cy="53035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5870448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逃生風險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46704" y="5870448"/>
            <a:ext cx="800099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通道堆雜物或鐵窗沒有安全出口 → 最容易致命，優先處理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160520"/>
            <a:ext cx="10561319" cy="2121408"/>
          </a:xfrm>
          <a:prstGeom prst="rect">
            <a:avLst/>
          </a:prstGeom>
          <a:noFill/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分隊承辦人篇　—　畫面為示範資料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分隊承辦人：名單與匯出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FD2FF"/>
                </a:solidFill>
                <a:latin typeface="Microsoft JhengHei"/>
                <a:ea typeface="Microsoft JhengHei"/>
                <a:cs typeface="Microsoft JhengHei"/>
              </a:rPr>
              <a:t>這是最實用的功能：直接產生可以交辦的清單</a:t>
            </a:r>
          </a:p>
        </p:txBody>
      </p:sp>
      <p:sp>
        <p:nvSpPr>
          <p:cNvPr id="6" name="Rectangle 5"/>
          <p:cNvSpPr/>
          <p:nvPr/>
        </p:nvSpPr>
        <p:spPr>
          <a:xfrm>
            <a:off x="1905726" y="1351600"/>
            <a:ext cx="8350067" cy="3286120"/>
          </a:xfrm>
          <a:prstGeom prst="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" name="Picture 6" descr="07_dash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726" y="1371600"/>
            <a:ext cx="8310067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" y="4940040"/>
            <a:ext cx="95000" cy="950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4892040"/>
            <a:ext cx="102229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名單含「原因」欄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直接告訴你這戶為什麼被列進來，不必再回頭查原始資料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543544"/>
            <a:ext cx="95000" cy="950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5495544"/>
            <a:ext cx="102229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按「匯出 CSV」可用 Excel 開啟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中文不會亂碼，可直接編修後作為分隊工作底冊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分隊承辦人篇　—　畫面為示範資料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分隊承辦人：自訂「高風險家戶」條件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FD2FF"/>
                </a:solidFill>
                <a:latin typeface="Microsoft JhengHei"/>
                <a:ea typeface="Microsoft JhengHei"/>
                <a:cs typeface="Microsoft JhengHei"/>
              </a:rPr>
              <a:t>不同時期關注的重點不一樣，條件可以自己勾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9640"/>
            <a:ext cx="95000" cy="950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691640"/>
            <a:ext cx="102229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七個條件可自由勾選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屋齡 30 年以上、有長者或行動不便者、未裝住警器、逃生風險、瓦斯桶逾期、有幼童、住 3 樓以上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34584"/>
            <a:ext cx="95000" cy="950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386584"/>
            <a:ext cx="102229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可設定「符合幾項」才算高風險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預設 2 項。若跑出來的高風險家戶太多，就把門檻調高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29528"/>
            <a:ext cx="95000" cy="950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081528"/>
            <a:ext cx="102229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條件一改，卡片數字、名單、地圖顏色同步變動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可以立刻看出不同標準下的結果差異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206240"/>
            <a:ext cx="10561320" cy="173736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4206240"/>
            <a:ext cx="60000" cy="17373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4352544"/>
            <a:ext cx="10104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</a:rPr>
              <a:t>實務建議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• 想找獨居長者的火災風險：只勾「有長者或行動不便者」＋「未裝住警器」，門檻設 2 項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• 想做年度總體檢：七項全勾，門檻設 3 項，抓出最需要投入資源的家戶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• 條件設定只影響你畫面上的顯示，不會改到任何訪視資料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分隊承辦人篇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331720"/>
            <a:ext cx="10058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7D2FE"/>
                </a:solidFill>
                <a:latin typeface="Microsoft JhengHei"/>
                <a:ea typeface="Microsoft JhengHei"/>
                <a:cs typeface="Microsoft JhengHe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大隊承辦人篇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749039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DBE4FF"/>
                </a:solidFill>
                <a:latin typeface="Microsoft JhengHei"/>
                <a:ea typeface="Microsoft JhengHei"/>
                <a:cs typeface="Microsoft JhengHei"/>
              </a:rPr>
              <a:t>你不填訪視表，你的工作是督導所轄各分隊的執行成效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大隊承辦人：你的定位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FD2FF"/>
                </a:solidFill>
                <a:latin typeface="Microsoft JhengHei"/>
                <a:ea typeface="Microsoft JhengHei"/>
                <a:cs typeface="Microsoft JhengHei"/>
              </a:rPr>
              <a:t>只查閱督導，不需要填寫訪視紀錄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5360"/>
            <a:ext cx="95000" cy="9500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737360"/>
            <a:ext cx="102229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登入後直接進入儀表板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不會經過填報頁，也沒有「回到填報」按鈕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80304"/>
            <a:ext cx="95000" cy="9500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432304"/>
            <a:ext cx="102229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看得到所屬大隊底下所有單位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範圍依「人員帳號管理」的所屬大隊欄自動判定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75248"/>
            <a:ext cx="95000" cy="9500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127248"/>
            <a:ext cx="102229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分隊下拉可自由切換隊內各單位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可以只看某一個分隊，也可以看整個大隊合計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870192"/>
            <a:ext cx="95000" cy="9500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822192"/>
            <a:ext cx="102229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標題列會顯示你的可檢視範圍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登入後先看這一行，確認範圍正確再開始看數字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46320"/>
            <a:ext cx="10561320" cy="118872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846320"/>
            <a:ext cx="60000" cy="11887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4992624"/>
            <a:ext cx="10104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6D28D9"/>
                </a:solidFill>
                <a:latin typeface="Microsoft JhengHei"/>
                <a:ea typeface="Microsoft JhengHei"/>
                <a:cs typeface="Microsoft JhengHei"/>
              </a:rPr>
              <a:t>範圍不對怎麼辦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標題列列出的單位若少了或多了，代表「人員帳號管理」的所屬大隊欄填得不一致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（例如有人寫「台東大隊」有人寫「臺東大隊」）。請聯絡管理員統一名稱。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大隊承辦人篇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大隊承辦人：督導看什麼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FD2FF"/>
                </a:solidFill>
                <a:latin typeface="Microsoft JhengHei"/>
                <a:ea typeface="Microsoft JhengHei"/>
                <a:cs typeface="Microsoft JhengHei"/>
              </a:rPr>
              <a:t>重點不是件數，而是各分隊的訪視品質與轄區弱點</a:t>
            </a:r>
          </a:p>
        </p:txBody>
      </p:sp>
      <p:sp>
        <p:nvSpPr>
          <p:cNvPr id="6" name="Rectangle 5"/>
          <p:cNvSpPr/>
          <p:nvPr/>
        </p:nvSpPr>
        <p:spPr>
          <a:xfrm>
            <a:off x="2674867" y="1305880"/>
            <a:ext cx="6811785" cy="3743320"/>
          </a:xfrm>
          <a:prstGeom prst="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" name="Picture 6" descr="08_dash_a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867" y="1325880"/>
            <a:ext cx="6771785" cy="3703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" y="5260080"/>
            <a:ext cx="95000" cy="9500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5212080"/>
            <a:ext cx="102229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改善建議排行＝轄區最該加強宣導的項目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被提最多次的建議，就是下季度宣導的重點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827008"/>
            <a:ext cx="95000" cy="9500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5779008"/>
            <a:ext cx="102229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分隊比較看的是普及率而非件數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住警器普及率只計算有回答的家戶，跑越多防災宣導不會被稀釋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大隊承辦人篇　—　畫面為示範資料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大隊承辦人：風險地圖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FD2FF"/>
                </a:solidFill>
                <a:latin typeface="Microsoft JhengHei"/>
                <a:ea typeface="Microsoft JhengHei"/>
                <a:cs typeface="Microsoft JhengHei"/>
              </a:rPr>
              <a:t>一眼看出高風險家戶集中在哪裡</a:t>
            </a:r>
          </a:p>
        </p:txBody>
      </p:sp>
      <p:sp>
        <p:nvSpPr>
          <p:cNvPr id="6" name="Rectangle 5"/>
          <p:cNvSpPr/>
          <p:nvPr/>
        </p:nvSpPr>
        <p:spPr>
          <a:xfrm>
            <a:off x="2298657" y="1260160"/>
            <a:ext cx="7564205" cy="3331840"/>
          </a:xfrm>
          <a:prstGeom prst="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" name="Picture 6" descr="09_dash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657" y="1280160"/>
            <a:ext cx="7524205" cy="32918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4754880"/>
            <a:ext cx="10561320" cy="38404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4864608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顏色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80944" y="4864608"/>
            <a:ext cx="8366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代表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138928"/>
            <a:ext cx="10561320" cy="38404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5257800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紅色（較大）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0944" y="5257800"/>
            <a:ext cx="8366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高風險家戶——符合你設定的條件項數已達門檻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522976"/>
            <a:ext cx="105613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5641848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橙色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0944" y="5641848"/>
            <a:ext cx="8366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有風險項目但未達門檻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907024"/>
            <a:ext cx="10561320" cy="38404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6025896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綠色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0944" y="6025896"/>
            <a:ext cx="8366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沒有任何風險項目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754880"/>
            <a:ext cx="10561320" cy="1536192"/>
          </a:xfrm>
          <a:prstGeom prst="rect">
            <a:avLst/>
          </a:prstGeom>
          <a:noFill/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大隊承辦人篇　—　畫面為示範資料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大隊承辦人：建議的每月督導流程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FD2FF"/>
                </a:solidFill>
                <a:latin typeface="Microsoft JhengHei"/>
                <a:ea typeface="Microsoft JhengHei"/>
                <a:cs typeface="Microsoft JhengHei"/>
              </a:rPr>
              <a:t>五個步驟，約 15 分鐘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1757360"/>
            <a:ext cx="9948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篩選上個月的期間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起訖日期設為上月 1 日至月底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420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2562032"/>
            <a:ext cx="9948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看「各分隊安全指標比較」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住警器普及率偏低、或高風險戶數偏多的分隊，列為輔導對象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467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3366704"/>
            <a:ext cx="9948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看「改善建議排行」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前三名就是本大隊最普遍的安全問題，可作為下月宣導主題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5137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4171376"/>
            <a:ext cx="9948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點「待追蹤訪視」卡片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確認各分隊是否有積壓未回訪的家戶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9560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4976048"/>
            <a:ext cx="9948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匯出高風險名單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於分隊工作會報時交辦，並追蹤處理情形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大隊承辦人篇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附錄：題目要增修怎麼辦（管理員）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FD2FF"/>
                </a:solidFill>
                <a:latin typeface="Microsoft JhengHei"/>
                <a:ea typeface="Microsoft JhengHei"/>
                <a:cs typeface="Microsoft JhengHei"/>
              </a:rPr>
              <a:t>題庫是唯一真相來源，不必改程式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9640"/>
            <a:ext cx="95000" cy="950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691640"/>
            <a:ext cx="102229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所有題目都在「訪視題庫」工作表維護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新增、修改、停用題目都在這裡，改完志工端重新整理就生效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34584"/>
            <a:ext cx="95000" cy="950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386584"/>
            <a:ext cx="102229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新增題目後點選單「同步題庫欄位」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系統會自動把欄位補到紀錄表與各分隊試算表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29528"/>
            <a:ext cx="95000" cy="950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081528"/>
            <a:ext cx="102229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停用題目請把「啟用」欄改成 FALSE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絕對不要刪除整列，否則歷史填答會查不回來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824472"/>
            <a:ext cx="95000" cy="950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776472"/>
            <a:ext cx="102229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答「否」自動勾建議也在題庫設定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填在「答否建議」欄，不需要工程人員協助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46320"/>
            <a:ext cx="10561320" cy="118872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846320"/>
            <a:ext cx="60000" cy="1188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4992624"/>
            <a:ext cx="10104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詳細說明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「訪視題庫」工作表上已貼有一張完整的圖解說明（含每一欄的填法與常犯錯誤）。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操作前先看那張圖即可，不需要再翻這份簡報。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附錄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重要提醒與求助管道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5120640" cy="210312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60000" cy="21031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1700784"/>
            <a:ext cx="46634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91C1C"/>
                </a:solidFill>
                <a:latin typeface="Microsoft JhengHei"/>
                <a:ea typeface="Microsoft JhengHei"/>
                <a:cs typeface="Microsoft JhengHei"/>
              </a:rPr>
              <a:t>個人資料保護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• 系統內含案家姓名、住址、電話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• 僅限公務使用，勿以通訊軟體轉傳截圖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• 志工看不到統計資料，這是刻意的設計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• 列印的名單用畢請依規定銷毀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20640" cy="210312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554480"/>
            <a:ext cx="60000" cy="21031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1384" y="1700784"/>
            <a:ext cx="46634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資料正確性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• 送出後無法自行修改，送出前務必確認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• 家庭成員人數會影響風險判定，請確實詢問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• 訪視日期若補登請改成實際訪視當日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• 選錯宣導類型請當場改正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931920"/>
            <a:ext cx="10561320" cy="192024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931920"/>
            <a:ext cx="60000" cy="19202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078224"/>
            <a:ext cx="101041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遇到問題找誰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志工　→　先找所屬分隊承辦人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分隊承辦人　→　找大隊承辦人或系統管理員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</a:rPr>
              <a:t>系統本身的異常（打不開、送不出、數字明顯不對）　→　請聯絡系統管理員，並說明你在哪一頁、做了什麼動作、看到什麼訊息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志工訪視電子化系統　操作教學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7432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開始使用吧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749039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BFD2FF"/>
                </a:solidFill>
                <a:latin typeface="Microsoft JhengHei"/>
                <a:ea typeface="Microsoft JhengHei"/>
                <a:cs typeface="Microsoft JhengHei"/>
              </a:rPr>
              <a:t>有任何操作問題，請依上一頁的求助管道反映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