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59E0B"/>
                </a:solidFill>
                <a:latin typeface="Microsoft JhengHei"/>
                <a:ea typeface="Microsoft JhengHei"/>
                <a:cs typeface="Microsoft JhengHei"/>
              </a:rPr>
              <a:t>臺東縣消防局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志工居家訪視電子化系統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29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業務簡報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3474720" cy="30000"/>
          </a:xfrm>
          <a:prstGeom prst="rect">
            <a:avLst/>
          </a:prstGeom>
          <a:solidFill>
            <a:srgbClr val="33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3E0"/>
                </a:solidFill>
                <a:latin typeface="Microsoft JhengHei"/>
                <a:ea typeface="Microsoft JhengHei"/>
                <a:cs typeface="Microsoft JhengHei"/>
              </a:rPr>
              <a:t>從紙本填報到風險管理　—　訪視資料即時化、督導可視化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一頁看懂這套系統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若只看一頁，請看這三點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340156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3401568" cy="5669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46504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做了什麼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294436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把居家訪視紙本表單全面數位化。
志工到案家用手機逐題點選，
離開前當場送出，資料立即入庫。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7136" y="1600200"/>
            <a:ext cx="340156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17136" y="1600200"/>
            <a:ext cx="3401568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1746504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帶來什麼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2377440"/>
            <a:ext cx="294436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不只產生統計數字，更直接產出
「哪幾戶要回去處理」的工作名單，
可匯出交辦分隊執行。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1600200"/>
            <a:ext cx="340156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2" y="1600200"/>
            <a:ext cx="3401568" cy="5669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1746504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花了多少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377440"/>
            <a:ext cx="294436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機關端零支出：無軟體授權費、
無伺服器採購、無委外維護費。
目前由承辦人以個人帳號及
自費訂閱之雲端服務維持運作。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89120"/>
            <a:ext cx="10561320" cy="16002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389120"/>
            <a:ext cx="60000" cy="160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4535424"/>
            <a:ext cx="101041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一句話總結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過去訪視的成果停在紙本與人工統計，這套系統讓每一次訪視當場變成可用的資料，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並自動篩出高風險家戶與待追蹤對象，使防火宣導從「做了多少」轉為「改善了什麼」。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志工居家訪視電子化系統　業務簡報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過去作業方式的三個瓶頸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這是本系統要解決的問題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401568" cy="265176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874519"/>
            <a:ext cx="29443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重複作業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95728"/>
            <a:ext cx="28895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志工在案家填紙本，回分隊再key一次電腦。
同一份資料寫兩遍，且入檔常延遲數日。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17136" y="1645920"/>
            <a:ext cx="3401568" cy="265176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1874519"/>
            <a:ext cx="29443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統計耗時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395728"/>
            <a:ext cx="28895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月報、季報靠人工翻表彙整。
想交叉分析（例如老屋中有多少戶沒裝住警器）
幾乎做不到。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1645920"/>
            <a:ext cx="3401568" cy="265176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874519"/>
            <a:ext cx="29443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品質不一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2395728"/>
            <a:ext cx="28895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改善建議由志工憑印象勾選，
同樣的狀況不同人勾出不同結果，
資料無法橫向比較。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72000"/>
            <a:ext cx="10561320" cy="13716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572000"/>
            <a:ext cx="60000" cy="13716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4718304"/>
            <a:ext cx="10104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共同根源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資料在紙上，就無法被計算。只要訪視成果不是「一開始就以數位形式產生」，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後面所有的統計、追蹤與督導，都必須靠人力補工，且無法即時。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志工居家訪視電子化系統　業務簡報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系統運作架構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三個環節，全程無紙本、無重複輸入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3200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3200400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0136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志工端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手機網頁填報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0779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不需安裝App
以身分證與手機末三碼登入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97096" y="2697480"/>
            <a:ext cx="310896" cy="36576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36008" y="1691640"/>
            <a:ext cx="3200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36008" y="1691640"/>
            <a:ext cx="3200400" cy="5029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8" y="180136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23774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Google 試算表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290779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送出即入庫
並自動同步至各分隊試算表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64424" y="2697480"/>
            <a:ext cx="310896" cy="36576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03336" y="1691640"/>
            <a:ext cx="3200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03336" y="1691640"/>
            <a:ext cx="3200400" cy="5029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31936" y="180136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管理端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23774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數據分析儀表板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290779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即時統計、風險名單
依角色分層檢視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343400"/>
            <a:ext cx="10469880" cy="16002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4343400"/>
            <a:ext cx="60000" cy="160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" y="4489704"/>
            <a:ext cx="100126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技術選擇的考量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以 Google 試算表與 Apps Script 建置，前端採免費靜態網頁代管，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機關端不需採購伺服器、不需資料庫維護、亦無委外年度維護費用；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資料以試算表形式保存，可隨時完整匯出備份，不受特定廠商系統綁定。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志工居家訪視電子化系統　業務簡報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建置與維運成本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本系統自建置至今，未動用機關預算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51206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5120640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7373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機關端支出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427440"/>
            <a:ext cx="90000" cy="90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37744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軟體授權費：無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902928"/>
            <a:ext cx="90000" cy="90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285292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伺服器採購與機房：無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378416"/>
            <a:ext cx="90000" cy="90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332841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系統開發標案：無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853904"/>
            <a:ext cx="90000" cy="90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380390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年度委外維護費：無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600200"/>
            <a:ext cx="51206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600200"/>
            <a:ext cx="5120640" cy="548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7373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目前由承辦人自行負擔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2427440"/>
            <a:ext cx="90000" cy="90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77440"/>
            <a:ext cx="4389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雲端儲存空間訂閱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系統資料庫與簽名檔存放所需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296120"/>
            <a:ext cx="90000" cy="90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246120"/>
            <a:ext cx="4389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AI 開發工具訂閱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系統開發、功能擴充與後續調整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754880"/>
            <a:ext cx="10561320" cy="11887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754880"/>
            <a:ext cx="60000" cy="1188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" y="4901184"/>
            <a:ext cx="10104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說明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本系統之雲端儲存空間與開發工具費用，目前均由承辦人自行訂閱負擔，未向機關請領。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相較於委外開發，除節省開發與年度維護經費外，亦免除招標、驗收與需求變更之行政作業。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志工居家訪視電子化系統　業務簡報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志工端：手機填報，當場完成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降低志工負擔是導入成敗的關鍵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762" y="1351600"/>
            <a:ext cx="3017116" cy="461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03_form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62" y="1371600"/>
            <a:ext cx="2977116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937760" y="1785360"/>
            <a:ext cx="95000" cy="9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30368" y="1737360"/>
            <a:ext cx="63825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全程點選，不需打字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大按鈕設計，長輩家中光線不佳也看得清楚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480304"/>
            <a:ext cx="95000" cy="9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0368" y="2432304"/>
            <a:ext cx="63825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不需要的題目自動隱藏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例如答「未使用桶裝瓦斯」，後續瓦斯相關細項即不再出現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3175248"/>
            <a:ext cx="95000" cy="9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3127248"/>
            <a:ext cx="63825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受訪者可直接在手機簽名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簽名檔與紀錄一併存檔，免紙本留存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3870192"/>
            <a:ext cx="95000" cy="9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3822192"/>
            <a:ext cx="63825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送出前自動檢查必填項目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避免漏答造成事後補件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4663440"/>
            <a:ext cx="6675120" cy="12801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60" y="4663440"/>
            <a:ext cx="60000" cy="1280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4" y="4809744"/>
            <a:ext cx="6217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對志工的實際改變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訪視完成即結案，不必再回分隊重新輸入電腦。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志工居家訪視電子化系統　業務簡報　—　畫面為示範資料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訪視題庫規模與智慧化程度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以下為目前系統實際運作中的數量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239572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2395728" cy="55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65376"/>
            <a:ext cx="23957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防火宣導 25 題
防災宣導 18 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1554480"/>
            <a:ext cx="239572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47872" y="1554480"/>
            <a:ext cx="2395728" cy="55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865376"/>
            <a:ext cx="23957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468880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743200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設有連動條件
不適用時自動隱藏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1554480"/>
            <a:ext cx="239572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554480"/>
            <a:ext cx="2395728" cy="55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1865376"/>
            <a:ext cx="23957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468880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743200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改善建議自動勾選規則
答「否」即自動帶出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7696" y="1554480"/>
            <a:ext cx="239572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97696" y="1554480"/>
            <a:ext cx="2395728" cy="55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7696" y="1865376"/>
            <a:ext cx="23957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6D28D9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2468880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2743200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分隊已完成建置
資料自動分流同步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611880"/>
            <a:ext cx="10561320" cy="12801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3611880"/>
            <a:ext cx="60000" cy="12801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3758184"/>
            <a:ext cx="10104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品質一致性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改善建議不再依賴志工個人判斷：只要某項安全檢查答「否」，系統即依既定規則自動勾選對應建議，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確保同樣的現場狀況，在不同志工手上得到相同的處置建議。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029200"/>
            <a:ext cx="10561320" cy="9144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029200"/>
            <a:ext cx="60000" cy="9144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" y="5175504"/>
            <a:ext cx="10104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後續維護不需委外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題目增修、連動規則調整，承辦人直接在試算表操作即可生效，無需修改程式或另編預算。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志工居家訪視電子化系統　業務簡報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管理端：即時數據分析儀表板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不必等月報，隨時可查、可篩選期間與單位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0172" y="1351600"/>
            <a:ext cx="7321175" cy="493204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05_dash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172" y="1371600"/>
            <a:ext cx="7281175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志工居家訪視電子化系統　業務簡報　—　畫面為示範資料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核心價值：從「統計數字」到「工作名單」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這是本系統與一般統計報表最大的不同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8334" y="1278448"/>
            <a:ext cx="7764851" cy="305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07_dash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334" y="1298448"/>
            <a:ext cx="7724851" cy="3017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4480560"/>
            <a:ext cx="1056132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459028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自動產出的名單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4590288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管理上的用途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937760"/>
            <a:ext cx="1056132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505663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待追蹤訪視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5056632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志工現場判定需複訪者，直接成為下次訪視排程依據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394960"/>
            <a:ext cx="105613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551383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無住宅火災警報器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5513832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住警器補助與發送的優先對象清單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852160"/>
            <a:ext cx="1056132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597103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高風險家戶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5971032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條件可自訂，名單可匯出交辦分隊列管追蹤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480560"/>
            <a:ext cx="10561320" cy="1828800"/>
          </a:xfrm>
          <a:prstGeom prst="rect">
            <a:avLst/>
          </a:prstGeom>
          <a:noFill/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志工居家訪視電子化系統　業務簡報　—　畫面為示範資料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弱勢家戶辨識與風險分布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把有限的防火資源，投到最需要的地方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665800" y="2028827"/>
            <a:ext cx="6349360" cy="2800345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09_dash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48827"/>
            <a:ext cx="6309360" cy="276034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739640"/>
            <a:ext cx="95000" cy="950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8" y="1691640"/>
            <a:ext cx="40050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辨識獨居長者與行動不便家戶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自訪視填報的家庭成員結構自動彙整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416296"/>
            <a:ext cx="95000" cy="950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7808" y="2368296"/>
            <a:ext cx="40050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多重條件交叉判定高風險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屋齡、長者、住警器、逃生動線、瓦斯期限等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092952"/>
            <a:ext cx="95000" cy="950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8" y="3044952"/>
            <a:ext cx="40050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地圖以顏色標示風險等級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紅色為高風險家戶，可看出集中區域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769608"/>
            <a:ext cx="95000" cy="950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3721608"/>
            <a:ext cx="40050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條件與門檻可依政策調整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不同時期關注重點不同，隨時可改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709160"/>
            <a:ext cx="4297680" cy="123444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4709160"/>
            <a:ext cx="60000" cy="1234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4855464"/>
            <a:ext cx="3840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D28D9"/>
                </a:solidFill>
                <a:latin typeface="Microsoft JhengHei"/>
                <a:ea typeface="Microsoft JhengHei"/>
                <a:cs typeface="Microsoft JhengHei"/>
              </a:rPr>
              <a:t>應用場景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寒流、颱風前的重點關懷對象，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可在數秒內產出名單。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志工居家訪視電子化系統　業務簡報　—　畫面為示範資料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分層督導機制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系統依權限角色自動限定可檢視範圍，無需人工控管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0561320" cy="5669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709928"/>
            <a:ext cx="1783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角色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5224" y="1709928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可檢視範圍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2744" y="1709928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管理職能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67128"/>
            <a:ext cx="10561320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286000"/>
            <a:ext cx="1783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管理員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5224" y="2286000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全局所有單位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2744" y="2286000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系統與題庫維護、全局成效掌握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734056"/>
            <a:ext cx="105613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2852928"/>
            <a:ext cx="1783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大隊承辦人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2852928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所屬大隊各分隊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2852928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督導所轄分隊執行成效、跨分隊比較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300984"/>
            <a:ext cx="10561320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419856"/>
            <a:ext cx="1783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分隊承辦人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5224" y="3419856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僅本分隊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2744" y="3419856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掌握本隊進度、認領並追蹤待處理家戶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67912"/>
            <a:ext cx="105613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3986784"/>
            <a:ext cx="1783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志工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5224" y="3986784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不開放統計資料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2744" y="3986784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專責訪視填報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1600200"/>
            <a:ext cx="10561320" cy="2834640"/>
          </a:xfrm>
          <a:prstGeom prst="rect">
            <a:avLst/>
          </a:prstGeom>
          <a:noFill/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4160520"/>
            <a:ext cx="5120640" cy="178308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4160520"/>
            <a:ext cx="60000" cy="17830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" y="4306824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D28D9"/>
                </a:solidFill>
                <a:latin typeface="Microsoft JhengHei"/>
                <a:ea typeface="Microsoft JhengHei"/>
                <a:cs typeface="Microsoft JhengHei"/>
              </a:rPr>
              <a:t>大隊層級的督導工具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各分隊安全指標橫向比較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改善建議項目排行（找出轄區共通弱點）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待追蹤案件是否積壓之檢核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160520"/>
            <a:ext cx="5120640" cy="17830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160520"/>
            <a:ext cx="60000" cy="17830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1384" y="4306824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比較的是品質而非件數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住警器普及率等指標，僅以實際問到該題的家戶為分母，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避免因各隊防火、防災宣導比重不同而失真。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志工居家訪視電子化系統　業務簡報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個人資料保護措施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訪視資料含案家姓名、住址、電話，屬個資保護範圍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3920"/>
            <a:ext cx="95000" cy="9500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645920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查詢統計資料必須通過身分驗證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由後端逐次驗證身分，非僅前端隱藏畫面；未通過者無法取得任何資料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25440"/>
            <a:ext cx="95000" cy="9500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377440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依角色限縮資料範圍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分隊承辦人僅能取得本隊資料，系統於後端即過濾，無法藉由網址繞過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6960"/>
            <a:ext cx="95000" cy="9500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108960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志工端不開放統計功能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志工僅能填報，看不到彙整名單與其他案家資料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88480"/>
            <a:ext cx="95000" cy="9500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840480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資料以試算表形式自行保管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未委由第三方廠商代管，存取權限可自行控管，並可隨時匯出備份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10561320" cy="123444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709160"/>
            <a:ext cx="60000" cy="12344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855464"/>
            <a:ext cx="10104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使用規範建議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匯出之名單含個資，建議納入既有公文與檔案管理規定：限公務使用、不得以通訊軟體轉傳，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紙本用畢依規定銷毀。此部分建議由業務單位另訂使用須知，隨系統一併實施。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志工居家訪視電子化系統　業務簡報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導入效益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分別就三個層級說明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3401568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志工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2468160"/>
            <a:ext cx="85000" cy="8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423160"/>
            <a:ext cx="26243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現場填報即完成，免回隊重複輸入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3217968"/>
            <a:ext cx="85000" cy="8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172968"/>
            <a:ext cx="26243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不適用題目自動隱藏，實際填答題數少於紙本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3967776"/>
            <a:ext cx="85000" cy="8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922776"/>
            <a:ext cx="26243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改善建議自動帶出，減少漏勾與判斷負擔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7136" y="164592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17136" y="1645920"/>
            <a:ext cx="3401568" cy="5486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178308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73168" y="2468160"/>
            <a:ext cx="85000" cy="85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0056" y="2423160"/>
            <a:ext cx="26243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隨時掌握本隊訪視進度與品質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73168" y="3217968"/>
            <a:ext cx="85000" cy="85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0056" y="3172968"/>
            <a:ext cx="26243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待處理家戶自動成清單，可直接交辦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73168" y="3967776"/>
            <a:ext cx="85000" cy="85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0056" y="3922776"/>
            <a:ext cx="26243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免除人工彙整月報之工時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1312" y="164592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11312" y="1645920"/>
            <a:ext cx="3401568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9912" y="178308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大隊／本局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67344" y="2468160"/>
            <a:ext cx="85000" cy="850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14232" y="2423160"/>
            <a:ext cx="26243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跨分隊成效可橫向比較，督導有據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67344" y="3217968"/>
            <a:ext cx="85000" cy="850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14232" y="3172968"/>
            <a:ext cx="26243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轄區安全弱點量化呈現，作為宣導政策依據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67344" y="3967776"/>
            <a:ext cx="85000" cy="850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4232" y="3922776"/>
            <a:ext cx="26243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高風險與弱勢家戶可即時調閱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074920"/>
            <a:ext cx="10561320" cy="86868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5074920"/>
            <a:ext cx="60000" cy="8686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704" y="5221224"/>
            <a:ext cx="10104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尚待累積的資料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量化效益（節省工時、訪視量成長）須待系統實際運作一段期間後，由儀表板數據呈現。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志工居家訪視電子化系統　業務簡報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後續推動建議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分為近期執行與中長期可擴充方向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60000" cy="228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746504"/>
            <a:ext cx="46634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近期執行事項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1. 各分隊人員角色設定完成並辦理教育訓練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2. 訂定名單使用與個資保護作業須知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3. 試行一至二個月後檢討題目與風險條件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4. 將高風險家戶名單納入分隊工作會報列管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60000" cy="2286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1384" y="1746504"/>
            <a:ext cx="46634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D28D9"/>
                </a:solidFill>
                <a:latin typeface="Microsoft JhengHei"/>
                <a:ea typeface="Microsoft JhengHei"/>
                <a:cs typeface="Microsoft JhengHei"/>
              </a:rPr>
              <a:t>中長期可擴充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1. 訪視成果與轄內火災案件勾稽分析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2. 住警器補助對象自動產生與追蹤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3. 年度訪視計畫排程與達成率管理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4. 與既有消防業務系統資料介接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10561320" cy="1783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708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建議事項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006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本系統已完成建置並可正式使用，建議自下一季起全面導入，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並於試行期滿後，依儀表板實際數據檢討訪視重點與資源配置。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志工居家訪視電子化系統　業務簡報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6517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敬請指導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57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臺東縣消防局　志工居家訪視電子化系統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